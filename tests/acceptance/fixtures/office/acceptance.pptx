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OKS PPTX Acceptance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v0.4.0 — Multi-slide with tables and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0000" y="1500000"/>
          <a:ext cx="6000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000000"/>
                <a:gridCol w="2000000"/>
              </a:tblGrid>
              <a:tr h="750000">
                <a:tc>
                  <a:txBody>
                    <a:bodyPr/>
                    <a:lstStyle/>
                    <a:p>
                      <a:r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Maturity</a:t>
                      </a:r>
                    </a:p>
                  </a:txBody>
                  <a:tcPr/>
                </a:tc>
              </a:tr>
              <a:tr h="750000">
                <a:tc>
                  <a:txBody>
                    <a:bodyPr/>
                    <a:lstStyle/>
                    <a:p>
                      <a:r>
                        <a:t>pdf-lite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document.text.extract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validated</a:t>
                      </a:r>
                    </a:p>
                  </a:txBody>
                  <a:tcPr/>
                </a:tc>
              </a:tr>
              <a:tr h="750000">
                <a:tc>
                  <a:txBody>
                    <a:bodyPr/>
                    <a:lstStyle/>
                    <a:p>
                      <a:r>
                        <a:t>rapidocr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image.ocr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validated</a:t>
                      </a:r>
                    </a:p>
                  </a:txBody>
                  <a:tcPr/>
                </a:tc>
              </a:tr>
              <a:tr h="750000">
                <a:tc>
                  <a:txBody>
                    <a:bodyPr/>
                    <a:lstStyle/>
                    <a:p>
                      <a:r>
                        <a:t>firecrawl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web.extract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PPTX acceptance covers:</a:t>
            </a:r>
          </a:p>
          <a:p>
            <a:pPr lvl="1"/>
            <a:r>
              <a:t>• Slide text extraction with page locator</a:t>
            </a:r>
          </a:p>
          <a:p>
            <a:pPr lvl="1"/>
            <a:r>
              <a:t>• Table structure preservation</a:t>
            </a:r>
          </a:p>
          <a:p>
            <a:pPr lvl="1"/>
            <a:r>
              <a:t>• Multi-slide documents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Placeholder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references a chart image.</a:t>
            </a:r>
          </a:p>
          <a:p>
            <a:r>
              <a:t>Chart interpretation requires image.observe or chart.interpret capability.</a:t>
            </a:r>
          </a:p>
          <a:p>
            <a:r>
              <a:t>(Chart image not embedded — this is a partial test case.)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